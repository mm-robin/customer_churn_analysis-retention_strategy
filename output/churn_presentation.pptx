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Customer Churn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DD7EE"/>
                </a:solidFill>
                <a:latin typeface="Calibri"/>
              </a:rPr>
              <a:t>&amp; Retention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Identifying revenue at risk and data-driven actions to reduce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Telco Customer Dataset  |  7,043 Customers  |  Logistic Regression Model (AUC: 0.841)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Mainuddin Monsur Robin  |  Business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Why does customer churn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4E79"/>
                </a:solidFill>
                <a:latin typeface="Calibri"/>
              </a:rPr>
              <a:t>Customer churn — when customers cancel or stop using a service — is one of the most costly and preventable problems a business faces. Acquiring a new customer costs 5–7× more than retaining an existing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36576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📉  Lost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Calibri"/>
              </a:rPr>
              <a:t>Every churned customer represents recurring revenue that cannot be recovered without costly re-acquisition.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377440"/>
            <a:ext cx="36576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377440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95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🔁  High Replace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71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Calibri"/>
              </a:rPr>
              <a:t>Replacing a churned customer costs 5–7× more than retaining them through proactive engagement.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377440"/>
            <a:ext cx="36576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 Hidden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71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Calibri"/>
              </a:rPr>
              <a:t>Churn patterns reveal deeper issues — pricing, service quality, or onboarding — that affect all customers.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66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This analysis covers 7,043 customers to quantify the churn risk and identify concrete retention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What the data reveals about churn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26.5%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9812"/>
            <a:ext cx="210312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Overall churn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417320"/>
            <a:ext cx="22860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527048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1,869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59812"/>
            <a:ext cx="210312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Customers churned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417320"/>
            <a:ext cx="228600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1527048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1,033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159812"/>
            <a:ext cx="210312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High-risk 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417320"/>
            <a:ext cx="2286000" cy="12801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527048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$1.03M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59812"/>
            <a:ext cx="210312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Annual revenue at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11430000" cy="56692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992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🔴 Contract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999232"/>
            <a:ext cx="8503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Month-to-month churn: 42.7%  vs  Two-year: 2.8%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84448"/>
            <a:ext cx="1143000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🟠 New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657600"/>
            <a:ext cx="8503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First 12 months churn rate: 47.7% — highest risk window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42816"/>
            <a:ext cx="11430000" cy="56692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1596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🟡 High spenders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315968"/>
            <a:ext cx="8503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Customers paying &gt;$65/month churn at elevated rates despite higher spend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01184"/>
            <a:ext cx="1143000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74336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🔵 Fibre optic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974336"/>
            <a:ext cx="8503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Fibre customers churn at 2× the rate of DSL — service/pricing signal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59552"/>
            <a:ext cx="11430000" cy="56692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3270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🟢 Long tenure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632704"/>
            <a:ext cx="8503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Customers past 24 months churn at very low rates — loyalty compounds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Retention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Three data-backed strategies to reduce churn and protect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417320"/>
            <a:ext cx="8503920" cy="1463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09760" y="1417320"/>
            <a:ext cx="2331720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630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Contract Upgrade Incentive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5623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595959"/>
                </a:solidFill>
                <a:latin typeface="Calibri"/>
              </a:rPr>
              <a:t>Target: 1,033 high-risk month-to-month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67128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Offer a 10–15% discount to switch to annual contracts. Month-to-month customers churn at 42.7% vs 2.8% for two-year contracts.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~$204,514/year protected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81528"/>
            <a:ext cx="548640" cy="146304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3081528"/>
            <a:ext cx="8503920" cy="1463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3081528"/>
            <a:ext cx="2331720" cy="146304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9300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2724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Early Lifecycle 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2044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595959"/>
                </a:solidFill>
                <a:latin typeface="Calibri"/>
              </a:rPr>
              <a:t>Target: 375 new customers (0–12 months) at medium/high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Assign proactive outreach at months 1, 3, and 6. New customers churn at 47.7% — early engagement has the highest long-term ROI.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5844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~$307,063/year protected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45736"/>
            <a:ext cx="548640" cy="1463040"/>
          </a:xfrm>
          <a:prstGeom prst="rect">
            <a:avLst/>
          </a:prstGeom>
          <a:solidFill>
            <a:srgbClr val="1E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4745736"/>
            <a:ext cx="8503920" cy="1463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4745736"/>
            <a:ext cx="2331720" cy="1463040"/>
          </a:xfrm>
          <a:prstGeom prst="rect">
            <a:avLst/>
          </a:prstGeom>
          <a:solidFill>
            <a:srgbClr val="1E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5721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791456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High-Value Loyalty Offer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18464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595959"/>
                </a:solidFill>
                <a:latin typeface="Calibri"/>
              </a:rPr>
              <a:t>Target: 972 customers paying &gt;$65/month flagged as high-risk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495544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Personalised retention package — service upgrade, loyalty credit, or price lock. High spenders who leave have the largest individual revenue impact.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52486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~$148,825/year protected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00800"/>
            <a:ext cx="1147572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Combined estimated annual revenue protected: ~$660,402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Turning analysis into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4E79"/>
                </a:solidFill>
                <a:latin typeface="Calibri"/>
              </a:rPr>
              <a:t>The analysis confirms that customer churn is a significant and quantifiable business risk. With the right interventions — targeted at the right segments — a meaningful portion of this revenue can be protected.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2743200" cy="74980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2423160"/>
            <a:ext cx="8595360" cy="7498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3288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Immediate (Week 1–2)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14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Calibri"/>
              </a:rPr>
              <a:t>Export high-risk customer list from dashboard → assign to retention team for outreach calls.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19272"/>
            <a:ext cx="27432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3319272"/>
            <a:ext cx="859536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Short-term (Month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1071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Calibri"/>
              </a:rPr>
              <a:t>Launch contract upgrade campaign with 10–15% discount offer to month-to-month segment.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15383"/>
            <a:ext cx="27432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4215383"/>
            <a:ext cx="8595360" cy="7498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Medium-term (Month 2–3)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306823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Calibri"/>
              </a:rPr>
              <a:t>Design and roll out structured onboarding programme for all new customers.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11496"/>
            <a:ext cx="274320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5111496"/>
            <a:ext cx="859536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2122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Ongoing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202936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Calibri"/>
              </a:rPr>
              <a:t>Re-run churn model monthly with fresh data to keep risk scores current.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172200"/>
            <a:ext cx="114757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Calibri"/>
              </a:rPr>
              <a:t>Model: Logistic Regression  |  AUC: 0.841  |  Dataset: IBM Telco (7,043 customers)  |  Tools: Python, Scikit-learn, Streamlit, PowerPoint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